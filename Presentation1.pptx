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 Abhishek" userId="5feeb62ee3779144" providerId="LiveId" clId="{7EA7C4C0-349E-455B-AC0A-54210994AC53}"/>
    <pc:docChg chg="modSld">
      <pc:chgData name="Teja Abhishek" userId="5feeb62ee3779144" providerId="LiveId" clId="{7EA7C4C0-349E-455B-AC0A-54210994AC53}" dt="2026-09-20T12:47:54.834" v="9" actId="931"/>
      <pc:docMkLst>
        <pc:docMk/>
      </pc:docMkLst>
      <pc:sldChg chg="addSp modSp mod">
        <pc:chgData name="Teja Abhishek" userId="5feeb62ee3779144" providerId="LiveId" clId="{7EA7C4C0-349E-455B-AC0A-54210994AC53}" dt="2026-09-20T12:45:57.573" v="0" actId="931"/>
        <pc:sldMkLst>
          <pc:docMk/>
          <pc:sldMk cId="3986066935" sldId="256"/>
        </pc:sldMkLst>
        <pc:picChg chg="add mod">
          <ac:chgData name="Teja Abhishek" userId="5feeb62ee3779144" providerId="LiveId" clId="{7EA7C4C0-349E-455B-AC0A-54210994AC53}" dt="2026-09-20T12:45:57.573" v="0" actId="931"/>
          <ac:picMkLst>
            <pc:docMk/>
            <pc:sldMk cId="3986066935" sldId="256"/>
            <ac:picMk id="5" creationId="{72C39D8E-5A13-AEE6-FC37-F4FDD1102F3E}"/>
          </ac:picMkLst>
        </pc:picChg>
      </pc:sldChg>
      <pc:sldChg chg="addSp modSp mod">
        <pc:chgData name="Teja Abhishek" userId="5feeb62ee3779144" providerId="LiveId" clId="{7EA7C4C0-349E-455B-AC0A-54210994AC53}" dt="2026-09-20T12:46:07.393" v="1" actId="931"/>
        <pc:sldMkLst>
          <pc:docMk/>
          <pc:sldMk cId="164279135" sldId="257"/>
        </pc:sldMkLst>
        <pc:picChg chg="add mod">
          <ac:chgData name="Teja Abhishek" userId="5feeb62ee3779144" providerId="LiveId" clId="{7EA7C4C0-349E-455B-AC0A-54210994AC53}" dt="2026-09-20T12:46:07.393" v="1" actId="931"/>
          <ac:picMkLst>
            <pc:docMk/>
            <pc:sldMk cId="164279135" sldId="257"/>
            <ac:picMk id="5" creationId="{BD437F35-62ED-0D93-BF2F-F0F2160ED717}"/>
          </ac:picMkLst>
        </pc:picChg>
      </pc:sldChg>
      <pc:sldChg chg="addSp modSp mod">
        <pc:chgData name="Teja Abhishek" userId="5feeb62ee3779144" providerId="LiveId" clId="{7EA7C4C0-349E-455B-AC0A-54210994AC53}" dt="2026-09-20T12:46:21.411" v="2" actId="931"/>
        <pc:sldMkLst>
          <pc:docMk/>
          <pc:sldMk cId="1383329930" sldId="258"/>
        </pc:sldMkLst>
        <pc:picChg chg="add mod">
          <ac:chgData name="Teja Abhishek" userId="5feeb62ee3779144" providerId="LiveId" clId="{7EA7C4C0-349E-455B-AC0A-54210994AC53}" dt="2026-09-20T12:46:21.411" v="2" actId="931"/>
          <ac:picMkLst>
            <pc:docMk/>
            <pc:sldMk cId="1383329930" sldId="258"/>
            <ac:picMk id="5" creationId="{A25148AC-0386-0200-BC57-F6E8B2ECEA75}"/>
          </ac:picMkLst>
        </pc:picChg>
      </pc:sldChg>
      <pc:sldChg chg="addSp modSp mod">
        <pc:chgData name="Teja Abhishek" userId="5feeb62ee3779144" providerId="LiveId" clId="{7EA7C4C0-349E-455B-AC0A-54210994AC53}" dt="2026-09-20T12:46:31.728" v="3" actId="931"/>
        <pc:sldMkLst>
          <pc:docMk/>
          <pc:sldMk cId="2726005978" sldId="259"/>
        </pc:sldMkLst>
        <pc:picChg chg="add mod">
          <ac:chgData name="Teja Abhishek" userId="5feeb62ee3779144" providerId="LiveId" clId="{7EA7C4C0-349E-455B-AC0A-54210994AC53}" dt="2026-09-20T12:46:31.728" v="3" actId="931"/>
          <ac:picMkLst>
            <pc:docMk/>
            <pc:sldMk cId="2726005978" sldId="259"/>
            <ac:picMk id="5" creationId="{88BEBA8D-5BF3-64D7-CBCC-750F552DD06A}"/>
          </ac:picMkLst>
        </pc:picChg>
      </pc:sldChg>
      <pc:sldChg chg="addSp modSp mod">
        <pc:chgData name="Teja Abhishek" userId="5feeb62ee3779144" providerId="LiveId" clId="{7EA7C4C0-349E-455B-AC0A-54210994AC53}" dt="2026-09-20T12:47:03.857" v="4" actId="931"/>
        <pc:sldMkLst>
          <pc:docMk/>
          <pc:sldMk cId="3005752513" sldId="260"/>
        </pc:sldMkLst>
        <pc:picChg chg="add mod">
          <ac:chgData name="Teja Abhishek" userId="5feeb62ee3779144" providerId="LiveId" clId="{7EA7C4C0-349E-455B-AC0A-54210994AC53}" dt="2026-09-20T12:47:03.857" v="4" actId="931"/>
          <ac:picMkLst>
            <pc:docMk/>
            <pc:sldMk cId="3005752513" sldId="260"/>
            <ac:picMk id="5" creationId="{06C74FAB-901D-0A0B-DF75-284C782ABA6A}"/>
          </ac:picMkLst>
        </pc:picChg>
      </pc:sldChg>
      <pc:sldChg chg="addSp modSp mod">
        <pc:chgData name="Teja Abhishek" userId="5feeb62ee3779144" providerId="LiveId" clId="{7EA7C4C0-349E-455B-AC0A-54210994AC53}" dt="2026-09-20T12:47:24.138" v="5" actId="931"/>
        <pc:sldMkLst>
          <pc:docMk/>
          <pc:sldMk cId="2426214177" sldId="261"/>
        </pc:sldMkLst>
        <pc:picChg chg="add mod">
          <ac:chgData name="Teja Abhishek" userId="5feeb62ee3779144" providerId="LiveId" clId="{7EA7C4C0-349E-455B-AC0A-54210994AC53}" dt="2026-09-20T12:47:24.138" v="5" actId="931"/>
          <ac:picMkLst>
            <pc:docMk/>
            <pc:sldMk cId="2426214177" sldId="261"/>
            <ac:picMk id="5" creationId="{AB1ABE6C-CFE2-27BF-8F87-F3679B47C0C8}"/>
          </ac:picMkLst>
        </pc:picChg>
      </pc:sldChg>
      <pc:sldChg chg="addSp modSp mod">
        <pc:chgData name="Teja Abhishek" userId="5feeb62ee3779144" providerId="LiveId" clId="{7EA7C4C0-349E-455B-AC0A-54210994AC53}" dt="2026-09-20T12:47:35.162" v="6" actId="931"/>
        <pc:sldMkLst>
          <pc:docMk/>
          <pc:sldMk cId="2843958166" sldId="262"/>
        </pc:sldMkLst>
        <pc:picChg chg="add mod">
          <ac:chgData name="Teja Abhishek" userId="5feeb62ee3779144" providerId="LiveId" clId="{7EA7C4C0-349E-455B-AC0A-54210994AC53}" dt="2026-09-20T12:47:35.162" v="6" actId="931"/>
          <ac:picMkLst>
            <pc:docMk/>
            <pc:sldMk cId="2843958166" sldId="262"/>
            <ac:picMk id="5" creationId="{105CFEF9-7D5E-E087-A203-5470B7CC25C7}"/>
          </ac:picMkLst>
        </pc:picChg>
      </pc:sldChg>
      <pc:sldChg chg="addSp modSp mod">
        <pc:chgData name="Teja Abhishek" userId="5feeb62ee3779144" providerId="LiveId" clId="{7EA7C4C0-349E-455B-AC0A-54210994AC53}" dt="2026-09-20T12:47:41.550" v="7" actId="931"/>
        <pc:sldMkLst>
          <pc:docMk/>
          <pc:sldMk cId="3808268446" sldId="263"/>
        </pc:sldMkLst>
        <pc:picChg chg="add mod">
          <ac:chgData name="Teja Abhishek" userId="5feeb62ee3779144" providerId="LiveId" clId="{7EA7C4C0-349E-455B-AC0A-54210994AC53}" dt="2026-09-20T12:47:41.550" v="7" actId="931"/>
          <ac:picMkLst>
            <pc:docMk/>
            <pc:sldMk cId="3808268446" sldId="263"/>
            <ac:picMk id="5" creationId="{EF19BD12-812D-C215-62A5-8CD4930D60AC}"/>
          </ac:picMkLst>
        </pc:picChg>
      </pc:sldChg>
      <pc:sldChg chg="addSp modSp mod">
        <pc:chgData name="Teja Abhishek" userId="5feeb62ee3779144" providerId="LiveId" clId="{7EA7C4C0-349E-455B-AC0A-54210994AC53}" dt="2026-09-20T12:47:47.754" v="8" actId="931"/>
        <pc:sldMkLst>
          <pc:docMk/>
          <pc:sldMk cId="1938881157" sldId="264"/>
        </pc:sldMkLst>
        <pc:picChg chg="add mod">
          <ac:chgData name="Teja Abhishek" userId="5feeb62ee3779144" providerId="LiveId" clId="{7EA7C4C0-349E-455B-AC0A-54210994AC53}" dt="2026-09-20T12:47:47.754" v="8" actId="931"/>
          <ac:picMkLst>
            <pc:docMk/>
            <pc:sldMk cId="1938881157" sldId="264"/>
            <ac:picMk id="5" creationId="{45858F40-C55F-9A2E-4B81-5F08BE6A40BE}"/>
          </ac:picMkLst>
        </pc:picChg>
      </pc:sldChg>
      <pc:sldChg chg="addSp modSp mod">
        <pc:chgData name="Teja Abhishek" userId="5feeb62ee3779144" providerId="LiveId" clId="{7EA7C4C0-349E-455B-AC0A-54210994AC53}" dt="2026-09-20T12:47:54.834" v="9" actId="931"/>
        <pc:sldMkLst>
          <pc:docMk/>
          <pc:sldMk cId="2120917967" sldId="265"/>
        </pc:sldMkLst>
        <pc:picChg chg="add mod">
          <ac:chgData name="Teja Abhishek" userId="5feeb62ee3779144" providerId="LiveId" clId="{7EA7C4C0-349E-455B-AC0A-54210994AC53}" dt="2026-09-20T12:47:54.834" v="9" actId="931"/>
          <ac:picMkLst>
            <pc:docMk/>
            <pc:sldMk cId="2120917967" sldId="265"/>
            <ac:picMk id="5" creationId="{F0B1A0CD-FEC3-619C-768C-49346F11976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A2F0-F23B-1404-7F26-8DA75FA83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74AD8-DAEB-1E11-25E1-F012E2646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18D73-4C20-003B-6DCC-D6CBC9E3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EFD57-E8EE-6A55-8A7D-F37994FC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3316C-8459-7063-729D-A47EF0E6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39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9BF8-8E6C-9DC6-92F6-41288744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0299F-CE5F-CBC4-E666-1104D311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0DDAB-C6F0-FBEA-EF84-F8A7EB54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E303D-F22A-F06A-B457-E2AE7F60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181DF-BD3E-7898-8BC9-A74E40778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6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36BC-728E-7122-4427-2F33B2B12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65B7F-FACE-B113-BAC0-ED3A48308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F3111-14D4-CCC5-6BD0-8309023F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5F2FD-BADA-7D43-D50D-64A88A8C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80008-7336-2677-2FF9-A6FF6926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72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480E-4F2D-8888-EDEA-4BA49ACF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000-921F-49B9-979C-6F9D9611E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E4886-9216-AB3D-7CAE-DDB92FCD6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CF6F1-A192-6995-97A3-4A3EB41A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1D0B6-EA80-4353-87F1-D00F92B7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C2646-D17E-C866-9731-5C7E93CD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8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D0D6-AE01-10F2-B3F0-9E47555F7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90029-8522-8371-DEAC-95B19319F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092C2-9541-EBF6-8932-56BA3E543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DC641-C587-29BC-BF01-98BC29856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C4505-00A9-C8AA-76A9-6E64FC372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41543C-9121-3865-64E3-519C76F2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CB085-4A84-50D4-68FB-79A420BA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FAEAC1-11B2-85BD-AA13-AD662DCA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28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1CBB-B028-138E-46F6-EBE5F6FA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B7A9B-8931-3846-3B86-17F46FFD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D78DB-A380-E41C-F8BA-87987BED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68E81-50B9-7408-1E9B-7A0A9084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02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448E8-9402-DC17-D7F9-67E4F60D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00F977-58A5-F281-8D23-44F5DF7C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6EC53-3E06-521D-410A-6110C6BF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34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A72F-53B3-8213-2384-DC49E8D0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88451-293A-D85E-F863-CAD43FFD3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755FA-4873-40AE-DE7D-6B4C67309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DDE03-F095-A1F0-721A-64EAB76F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1C4B7-8704-5F14-C053-3195EACB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359F-F610-C6D3-56F6-474EE634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49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8B9B-6A31-C2F4-A541-124C3FCF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26E44-ECE0-A072-08DE-26CBE6A39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CFBFB-F23F-535C-33A3-CBD38E237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D50D2-0D09-3AA9-F64E-C7211B2F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225EA-A1A3-C38C-21B0-3FF553D0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47AC3-791A-C0DB-CC44-03AAF6EC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81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C74E-FA3A-FE3E-3292-BD6C678C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5F812-11AA-1E79-ED06-C25A4ED8D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55861-9D6B-0F7A-282E-20506DB2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7253-4E87-9237-A8CF-299D49B5F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E9AB0-FE61-6785-17A6-6119A811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69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F3DEA-4393-588C-37A5-118687DFD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EC513-9B63-76B3-BF3A-B6D12759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62E51-9E59-7244-3FBB-C290CA65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E1986-E267-734F-5E4B-53FCEAC98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4D58A-EFBE-3428-E925-EF65462F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35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C14D5-8C7A-2FEE-50F8-7EC5105AA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825A4-7788-6C13-E502-4D774A316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503BB-F688-FE84-A783-F473E0CEE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87E44-D6FA-4254-AC93-45EC9C23F9E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C6226-E21B-DE27-333D-5AF82ADE3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858DF-AF7C-EC2B-E8CE-752B79ED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35319-2AA9-4028-9822-4E5B7D35D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07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46B3-48E2-3BB2-5CA7-A13CE88CB4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B7BE8-7C76-C3CC-11AA-2B41F9185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39D8E-5A13-AEE6-FC37-F4FDD1102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66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A2B3-C9A3-90A8-1075-91929292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BD6E-54B0-ADB7-F578-8B772E751C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88D09-A41A-B2CE-95CA-5D31537A5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37F35-62ED-0D93-BF2F-F0F2160ED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3CA52-DE4C-00FF-9384-0DE66F8F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0357-9BBD-A19E-7AA0-37C319BE4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E3160-3AA0-284E-A9C0-BE1679C5A8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148AC-0386-0200-BC57-F6E8B2ECE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2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F31182-299E-0E91-6F72-8E72BE756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19" y="458505"/>
            <a:ext cx="10566362" cy="618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00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93FF34-4AC6-FE1C-88AD-CEF2D905B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8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E7755-5C08-9618-A3CA-6467B6BB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154A-60DB-95F3-B5E3-B21A3C7AE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22E4B-EB02-2153-9FB0-BCF2AF0A64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EBA8D-5BF3-64D7-CBCC-750F552DD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DE18E-40E9-09FD-5832-918C3BB5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1180-3C86-9A36-2C71-7038F35C4D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0DE9C-135C-8E3E-7694-F34E2D7A9D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74FAB-901D-0A0B-DF75-284C782AB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5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03CEE-0056-5200-E9E0-9F181A05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D657-2A91-87FD-2734-AEE5149300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76DC2-743B-61FF-271E-023FB53A63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ABE6C-CFE2-27BF-8F87-F3679B47C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14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EB6C-C49E-7D13-662C-49A182B9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F81D-3449-DCD3-CB4E-B9C6762B19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1A863-56FA-3DEE-9BCA-E7A0AE620D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CFEF9-7D5E-E087-A203-5470B7CC2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5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B3EFD-2AD8-3BD2-219B-3A474594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BA76E-1875-82FF-BD15-CECD34189E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11B52-2BD1-00D6-09AD-F0CC30622F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9BD12-812D-C215-62A5-8CD4930D6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68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F9B0-1C2C-8D0B-4BFB-242D7CB5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878C-7F31-1AC2-6E62-BD192C03A5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B2421-E2C8-43D5-E981-225B7DA607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58F40-C55F-9A2E-4B81-5F08BE6A4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8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BE321-FB0A-2F4A-453E-A9C9D245D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55C5-036B-8958-1E37-484F1C11B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C320E-2E0F-8DC2-3098-2FBE4C18F4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1A0CD-FEC3-619C-768C-49346F119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1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 Abhishek</dc:creator>
  <cp:lastModifiedBy>Sathish Raj</cp:lastModifiedBy>
  <cp:revision>3</cp:revision>
  <dcterms:created xsi:type="dcterms:W3CDTF">2026-09-20T11:57:32Z</dcterms:created>
  <dcterms:modified xsi:type="dcterms:W3CDTF">2026-09-23T05:41:30Z</dcterms:modified>
</cp:coreProperties>
</file>